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E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Aptamil — Brand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CEC"/>
                </a:solidFill>
              </a:rPr>
              <a:t>A compiled reference document based on publicly stated brand positioning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BD6"/>
                </a:solidFill>
              </a:rPr>
              <a:t>Not an official/internal publication, and not medical or nutritional advice  ·  Compiled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Aptamil is an early-life nutrition brand under Danone Nutricia, with over 40 years in infant formula and a presence across roughly 40–45 countries, strongest in the UK and continental Europe.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It positions itself around the idea that every baby is entitled to 'the best start in life,' built on decades of internal research into breast-milk composition as its scientific reference point.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Aspirations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Be the 'brand of first choice' among parents and healthcare professionals — leaning on clinical credibility, not just consumer marketing.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Lead on early-life immunity and cognitive-development research.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Cover the full spectrum of infant nutrition needs — mainstream through specialised (preterm, allergy).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Compete on R&amp;D-led ingredient technology rather than price or organic certification — Aptamil is not organic-certified.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Claims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Brain and eye development support — attributed to DHA/ARA and choline; premium tiers cite highest DHA levels.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Immune system support — attributed to the Pronutra prebiotic blend (scGOS/lcFOS, 9:1), with HMO-type additions in premium tiers.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Digestive comfort — same prebiotic blend marketed for soft, regular stools and gut balance.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</a:rPr>
              <a:t>Research credibility as a claim in itself — decades of cited studies underpin nutrient claims.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557784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</a:rPr>
              <a:t>Independent nutrition-policy reviewers have scrutinised some infant-formula industry claims for going beyond cited evidence. These are the brand's own public claims, not verified medical or current regulatory claims.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Range &amp; Portfolio Structure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2011680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/ Pronutra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96112" y="2880360"/>
            <a:ext cx="28712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</a:rPr>
              <a:t>Age-staged formulas (Stage 1–3), reformulated per age band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99432" y="2011680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Profutura / ProExpert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99432" y="2880360"/>
            <a:ext cx="28712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</a:rPr>
              <a:t>Premium tier — added bioactives (e.g. HMOs), advanced nutrient profile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02752" y="2011680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 / Specialised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02752" y="2880360"/>
            <a:ext cx="28712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</a:rPr>
              <a:t>Hydrolysed formulas for allergy or digestive sensitivity needs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&amp; Ethical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Infant formula is one of the most heavily regulated marketing categories globally. The WHO's International Code of Marketing of Breast-Milk Substitutes recommends exclusive breastfeeding for six months, with continued breastfeeding to two years or beyond — and Aptamil's own communications state support for this guidance rather than positioning formula as equivalent to breastfeeding.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Specific nutrient claims are regulated differently by market, and some have drawn scrutiny from independent researchers over the strength of supporting evidence — a genuinely contested area worth treating as such in any case-study use.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Note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Compiled from Aptamil's and Danone Nutricia's public-facing statements, product communications, and third-party nutrition-policy and brand analysis as of August 2026.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This document is a reference/analysis aid only — not medical or nutritional advice. For external-facing, regulatory, or clinical use, verify claims against current market-specific regulatory approvals and official Danone Nutricia materials; parents should consult a healthcare professional for infant feeding decisions.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2026-09-02T05:55:30Z</dcterms:created>
  <dcterms:modified xsi:type="dcterms:W3CDTF">2026-09-02T05:55:30Z</dcterms:modified>
</cp:coreProperties>
</file>