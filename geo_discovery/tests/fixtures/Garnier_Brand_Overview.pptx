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Garnier — Brand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20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6E8DC"/>
                </a:solidFill>
              </a:rPr>
              <a:t>Positioning, claims, and product benefits — compiled from public sources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BB4"/>
                </a:solidFill>
              </a:rPr>
              <a:t>Not an official or internal Garnier/L'Oréal publication  ·  Compiled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Snapshot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2A2A"/>
                </a:solidFill>
              </a:rPr>
              <a:t>Garnier is a mass-market beauty brand owned by L'Oréal, spanning hair care, hair colour, and skincare across 100+ markets.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2A2A"/>
                </a:solidFill>
              </a:rPr>
              <a:t>Its positioning rests on one consistent idea: natural inspiration validated by science, at accessible price points — summarised publicly as 'Green Beauty': effective, dermatologically-tested beauty and genuine environmental responsibility, not a trade-off.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Claims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2A2A2A"/>
                </a:solidFill>
              </a:rPr>
              <a:t>Natural inspiration, science-backed — plant/fruit-derived formulas, validated by dermatological testing rather than naturalness claims alone.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2A2A2A"/>
                </a:solidFill>
              </a:rPr>
              <a:t>Visible, straightforward efficacy — concrete, results-led claims (brighter skin, stronger hair, longer-lasting colour).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2A2A2A"/>
                </a:solidFill>
              </a:rPr>
              <a:t>Accessibility — a good–better–best price architecture keeps efficacy within reach of everyday budgets.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2A2A2A"/>
                </a:solidFill>
              </a:rPr>
              <a:t>Sustainability as a core claim — first brand to bring certified organic skincare to the mass market; leads with quantified commitments, not general green language.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40080" y="58064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</a:rPr>
              <a:t>Brand-level positioning themes from public sources. Product-level claims vary by SKU/market — verify against packaging/regulatory filings for compliance-sensitive use.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Ranges &amp; Core Benefits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EF3ED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087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SkinActive / Micellar Water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24028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A2A"/>
                </a:solidFill>
              </a:rPr>
              <a:t>Gentle one-step cleansing &amp; makeup removal, no rinse required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9120" y="12801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EF3ED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17720" y="15087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Fructis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17720" y="224028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A2A"/>
                </a:solidFill>
              </a:rPr>
              <a:t>Fruit-derived actives — nourish, strengthen, add shine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12801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EF3ED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66760" y="15087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Whole Blends / Ultra Doux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66760" y="224028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A2A"/>
                </a:solidFill>
              </a:rPr>
              <a:t>Botanical blends — gentle, sensory-led everyday care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EF3ED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1148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Nutrisse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84632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A2A"/>
                </a:solidFill>
              </a:rPr>
              <a:t>Oil-infused colour — nourishes hair while colouring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89120" y="3886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EF3ED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41148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Olia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17720" y="484632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A2A"/>
                </a:solidFill>
              </a:rPr>
              <a:t>Oil-powered, ammonia-free — smoother, richer colour result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38160" y="3886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EF3ED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66760" y="41148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Ambre Solaire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484632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A2A"/>
                </a:solidFill>
              </a:rPr>
              <a:t>Sun protection + skincare — hydration and skin-feel benefits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5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Sustainability &amp; Responsibility Claims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F5E3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7830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68680" y="26060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DC"/>
                </a:solidFill>
              </a:rPr>
              <a:t>Bio-based/circular ingredients targeted by 2030 (~63% reported achieved)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43400" y="155448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F5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7830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~84%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0" y="26060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DC"/>
                </a:solidFill>
              </a:rPr>
              <a:t>Of formulas reported biodegradable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0" y="155448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F5E3A"/>
          </a:solidFill>
          <a:ln/>
        </p:spPr>
      </p:sp>
      <p:sp>
        <p:nvSpPr>
          <p:cNvPr id="10" name="Text 8"/>
          <p:cNvSpPr/>
          <p:nvPr/>
        </p:nvSpPr>
        <p:spPr>
          <a:xfrm>
            <a:off x="8275320" y="17830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275320" y="26060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DC"/>
                </a:solidFill>
              </a:rPr>
              <a:t>Of plastic packaging reported recyclable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A2A2A"/>
                </a:solidFill>
              </a:rPr>
              <a:t>EcoBeautyScore (A–E impact rating), piloted in select markets/categories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A2A2A"/>
                </a:solidFill>
              </a:rPr>
              <a:t>Leaping Bunny cruelty-free certified since 2021; expanding vegan-formula claims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A2A2A"/>
                </a:solidFill>
              </a:rPr>
              <a:t>'Solidarity Sourcing' — fair-trade-style sourcing supporting several hundred communities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8521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</a:rPr>
              <a:t>Figures are self-reported brand commitments/progress as of public sources available in August 2026 — directional, not independently audited.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5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Note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A2A2A"/>
                </a:solidFill>
              </a:rPr>
              <a:t>Compiled from Garnier's and L'Oréal's public-facing statements, product communications, and third-party brand/marketing analysis as of August 2026.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A2A2A"/>
                </a:solidFill>
              </a:rPr>
              <a:t>This document is a reference/analysis aid — for external-facing, legal, or regulatory use, verify current claims against Garnier's official brand and regulatory materials directly.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2026-08-27T11:15:50Z</dcterms:created>
  <dcterms:modified xsi:type="dcterms:W3CDTF">2026-08-27T11:15:50Z</dcterms:modified>
</cp:coreProperties>
</file>